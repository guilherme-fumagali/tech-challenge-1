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AFAF7"/>
                </a:solidFill>
                <a:latin typeface="Segoe UI"/>
              </a:rPr>
              <a:t>Oficina Mecânica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B9C4D4"/>
                </a:solidFill>
                <a:latin typeface="Segoe UI"/>
              </a:rPr>
              <a:t>De funciona a opera: autenticação na borda, rede fechada e o sistema observável.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09160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B9C4D4"/>
                </a:solidFill>
                <a:latin typeface="Segoe UI"/>
              </a:rPr>
              <a:t>Danilo Canato — RM 372411 — Discord: @canatodanilo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B9C4D4"/>
                </a:solidFill>
                <a:latin typeface="Segoe UI"/>
              </a:rPr>
              <a:t>Guilherme Fumagali Marques — RM 372421 — Discord: @gfumafali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7AB"/>
                </a:solidFill>
                <a:latin typeface="Segoe UI"/>
              </a:rPr>
              <a:t>Tech Challenge · Fase 3 · PosTech FIAP — Arquitetura de Software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De onde partimos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Dois dos cinco requisitos de infraestrutura desta fase já estavam atendidos pela Fase 2.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JÁ EXISTIA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Cluster e banco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EKS com HPA por CPU e memória.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RDS PostgreSQL 16 gerenciado, sem acesso público.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Tudo provisionado por Terraform, com state em S3.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JÁ EXISTIA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Esteira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Build, testes, SonarCloud, OWASP e deploy automático no cluster.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OIDC para a AWS, sem chave de longa duração.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FALTAVA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Borda e identidade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Sem API Gateway — Spring Security era a única barreira.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monolito emitia o próprio token, com um usuário admin em memória.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O trabalho real ficou em três frentes: autenticação, segregação de repositórios e observabilidade.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O que esta fase exige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Cinco blocos. Nenhum adiciona funcionalidade de negócio — todos adicionam capacidade de operar.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945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94560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Autenticação por CPF em função serverless, atrás de um API Gateway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98064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980944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980944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Quatro repositórios separados, cada um com CI/CD e deploy automático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84448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67328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67328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Infraestrutura de nuvem inteira declarada em Terraform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370832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553712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Observabilidade com plataforma de mercado, e dashboards de negócio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157216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40096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40096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Documentação arquitetural formal: RFCs, ADRs, C4, sequência e 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O fio que costura os cinco: sair de "funciona" para "opera".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A aplicação deixou de emitir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A decisão mais estrutural da fase — e a que mais mexeu no código existente.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20240"/>
            <a:ext cx="10637215" cy="12344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100885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141B2D"/>
                </a:solidFill>
                <a:latin typeface="Segoe UI"/>
              </a:rPr>
              <a:t>Cliente  →  API Gateway  →  Lambda: valida CPF · consulta status no banco · assina JWT</a:t>
            </a:r>
          </a:p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141B2D"/>
                </a:solidFill>
                <a:latin typeface="Segoe UI"/>
              </a:rPr>
              <a:t>Cliente  →  API Gateway  →  Lambda authorizer valida na borda  →  cluster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REMOVIDO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Do monolito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AuthController, UserDetailsConfig, RefreshTokenService e três DTOs.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JwtService perdeu a geração e ficou só com verificação e leitura de claims.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8322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922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GANHO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922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Um único emissor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922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 lugar para rotacionar a chave.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Uma semântica de claims.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 ponto de auditoria.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8004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REGISTRADO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8004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O que se perdeu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8004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Não há mais refresh token — o cliente reautentica com o CPF a cada 15 minutos.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 o sub do token é o UUID, nunca o CPF.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O gateway é a borda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Requisição sem token válido é rejeitada antes de consumir qualquer recurso do cluster.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PROTEGIDO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ANY /api/**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Lambda authorizer valida a assinatura, com cache de 300 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 aplicação valida de novo — defesa em profundidade.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ABERTO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Por decisão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Consulta de status por ID opaco.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Aprovação externa de orçamento: quem chama é sistema de terceiro, com token de uso único. Submetê-las ao CPF quebraria a integração.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POR QUÊ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Authorizer próprio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JWT authorizer nativo exige OIDC e JWKS.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Ele não valida HMAC — não há chave pública quando a assinatura é simétrica.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Está no diagrama de sequência e na especificação: rota aberta aqui é decisão, não esquecimento.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Quatro repositórios, um contrato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O monorepo virou quatro esteiras independentes — e o acoplamento entre elas é um só.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Spring Boot · histórico das 3 fases preservado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3500551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1719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oficina-auth-lambda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1719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SAM Java 21 · duas funções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5031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oficina-infra-k8s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031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Rede, EKS, ECR, gateway, New Relic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47175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8343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oficina-infra-db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343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RDS PostgreSQL gerenciado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94760"/>
            <a:ext cx="10637215" cy="19659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023360"/>
            <a:ext cx="100885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O CONTRATO: SSM PARAMETER 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407408"/>
            <a:ext cx="1008857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Cada repositório publica seus outputs sob /oficina/&lt;ambiente&gt;/ e consome os dos outros por data source — nunca por terraform_remote_state, para que nenhum precise de permissão no state alheio.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main protegida · merge só por PR · develop → homologação · main → produção · OIDC nos quatro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A rede fechou — e a conta surpreendeu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Nós e banco saíram das subnets públicas. Restava escolher como dar saída de internet.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488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NAT Gateway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3480" y="21945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US$ 0,045/h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37015" y="21488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5A6270"/>
                </a:solidFill>
                <a:latin typeface="Segoe UI"/>
              </a:rPr>
              <a:t>~US$ 33/mês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9260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632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VPC interface endpoints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3108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US$ 0,01/h × 4 endpoints × 2 AZs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015" y="3063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B36A0B"/>
                </a:solidFill>
                <a:latin typeface="Segoe UI"/>
              </a:rPr>
              <a:t>~US$ 58/mês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404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9776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NAT instance t4g.nano + EIP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40233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US$ 0,0042/h + US$ 0,005/h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39776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1E7A5A"/>
                </a:solidFill>
                <a:latin typeface="Segoe UI"/>
              </a:rPr>
              <a:t>~US$ 7/mês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02920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Endpoint de interface é cobrado por endpoint E por zona de disponibilidade — sai mais caro que o NAT Gateway. E não resolveria: a telemetria do New Relic vai para endpoint público.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Bônus: em subnet privada os nós perdem o IPv4 público, cobrado desde fev/2024 — US$ 7,30/mês que estavam sendo gastos à toa.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O banco: justificar, não trocar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O enunciado pede justificativa formal da escolha. A nossa é de continuidade — e foi avaliada.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AVALIADO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DynamoDB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Escala melhor com Lambda, sem limite de conexões.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Exigiria desnormalizar e reescrever a persistência inteira, sem ganho para a carga real.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AVALIADO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Aurora Serverless 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Compatível com PostgreSQL, escala a zero.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 capacidade mínima custa mais que a instância que já usamos.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7A5A"/>
                </a:solidFill>
                <a:latin typeface="Segoe UI"/>
              </a:rPr>
              <a:t>ESCOLHIDO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PostgreSQL 16 · 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Domínio relacional: integridade em 5 tabelas e junção em toda consulta de OS.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Schema já depende de pgcrypto e gen_random_uuid().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48640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669280"/>
            <a:ext cx="10088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Ajustes cirúrgicos:  V6 → clientes.status (a Lambda precisa consultá-lo) + 2 índices   ·   V7 → data_ultima_transicao (sem ela não há como medir permanência por status)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Observabilidade: os cinco sinais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New Relic, escolhido porque o free tier é perpétuo — o do Datadog é trial de 14 dias.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7627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Latência das APIs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219456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Agente Java · p95 e p99 por endpoint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4320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90779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CPU e memória do K8s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92608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Integração Kubernetes por DaemonSet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63931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Healthchecks e uptime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365760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Monitor sintético · 3 localizações · a cada 5 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20624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7083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Falhas no processamento de 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438912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Condição NRQL sobre métrica customizada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93776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10235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Logs JSON com correlação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512064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Structured logging nativo do Spring Boot 3.4 · formato ECS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Detalhe que economiza metade da cota: o forwarding de log pelo agente fica DESLIGADO — quem envia é o Fluent Bit. Ligar os dois envia cada linha duas vezes.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Os três dashboards não saem do 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Ele entrega latência e erro HTTP. Não sabe o que é uma ordem de serviço.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Volume diário de 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oficina.os.abertas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Emitida no caso de uso, não no controller: descreve evento de negócio, não requisição HTTP.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Tempo médio por 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oficina.os.duracao_status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agregado mede a permanência no estado anterior e enfileira o evento; o adaptador drena no salvar.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Erros de integração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oficina.integracao.falhas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Segmentada por integração e motivo: e-mail e aprovação externa.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48640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669280"/>
            <a:ext cx="10088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6 alertas criados por Terraform, nomeados AWS-OficinaAPI-&lt;Amb&gt;-&lt;Recurso&gt;-&lt;Sintoma&gt;-&lt;Severidade&gt; — e cada um com link para um runbook que existe.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Documentação versionada junto do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3 RFCs · 11 ADRs · 3 diagramas C4 · 2 de sequência · 1 DER · 6 runbooks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ANTES DA DECISÃO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RFC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Propõe a direção e coleta comentários.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Guardamos os comentários dos revisores e a resolução de cada um.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Nuvem, banco e autenticação.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DEPOIS DA DECISÃO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ADR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Registra o que foi decidido e por quê, com alternativas e consequências.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Aceita, torna-se imutável: muda-se por nova ADR, não editando.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6A0B"/>
                </a:solidFill>
                <a:latin typeface="Segoe UI"/>
              </a:rPr>
              <a:t>HONESTIDADE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 lacuna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Nenhuma aula da fase cobre RFC — cobrem ADR, DAS, HLD/LLD e C4.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Tratamos como extensão consciente, e dissemos isso.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A ADR-011, retroativa sobre o HPA, revelou um desencontro real: o HPA pedia 4 réplicas com o node group limitado a 3 nós. Corrigido.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AFAF7"/>
                </a:solidFill>
                <a:latin typeface="Segoe UI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B9C4D4"/>
                </a:solidFill>
                <a:latin typeface="Segoe UI"/>
              </a:rPr>
              <a:t>Autenticação por CPF e APIs protegidas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918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6F9DD9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3328416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Chamada sem token → 401 no gateway. O log do pod não registra nada.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502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6F9DD9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986784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POST /auth com CPF → JWT. Claims em jwt.io: sub é o UUID, não o CPF.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085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6F9DD9"/>
                </a:solidFill>
                <a:latin typeface="Sego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645152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CPF inválido → 400. Cliente bloqueado → 403, com a MESMA mensagem do 404.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26694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6F9DD9"/>
                </a:solidFill>
                <a:latin typeface="Segoe U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5303520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Com o token: listar OS, abrir uma nova, consultar status.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AFAF7"/>
                </a:solidFill>
                <a:latin typeface="Segoe UI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B9C4D4"/>
                </a:solidFill>
                <a:latin typeface="Segoe UI"/>
              </a:rPr>
              <a:t>Esteira, deploy e observabilidade ao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918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6F9DD9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3328416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Merge do PR → pipeline: testes, Sonar, imagem no ECR. Push direto em main é bloqueado.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502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6F9DD9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986784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Deploy automático no EKS, rollout até concluir. Nenhum comando manual.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085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6F9DD9"/>
                </a:solidFill>
                <a:latin typeface="Sego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645152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k6 gerando carga → dashboard de negócio subindo e o HPA criando réplica.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26694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6F9DD9"/>
                </a:solidFill>
                <a:latin typeface="Segoe U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5303520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Busca pelo ID da OS do DEMO 1: log estruturado → um clique → trace distribuído.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O que entregamos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E o que ficou registrado como dívida.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1089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ENTREGUE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Autenticação fora da aplicação, borda protegida por gateway, rede fechada.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Quatro esteiras independentes, com um contrato só.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1089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ENTREGUE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Visibilidade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Métricas que respondem perguntas de negócio.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Logs que abrem o trace com um clique.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Alertas que apontam para procedimento, não para gráfico.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1089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6A0B"/>
                </a:solidFill>
                <a:latin typeface="Segoe UI"/>
              </a:rPr>
              <a:t>DECLARADO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8 débitos técnicos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que mais preocupa está dito: autenticar só por CPF é fraco.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Entregamos porque foi o que se pediu — com as mitigações que couberam e a ressalva registrada.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7607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41B2D"/>
                </a:solidFill>
                <a:latin typeface="Segoe UI"/>
              </a:rPr>
              <a:t>Obrigado.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