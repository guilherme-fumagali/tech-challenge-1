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Oficina Mecânica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9C4D4"/>
                </a:solidFill>
                <a:latin typeface="Segoe UI"/>
              </a:rPr>
              <a:t>Autenticação na borda, rede privada, ambientes segregados e observabilidade.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Danilo Canato — RM 372411 — Discord: @canatodanilo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Guilherme Fumagali Marques — RM 372421 — Discord: @gfumafali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Tech Challenge · Fase 3 · PosTech FIAP — Arquitetura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Situação ao final da Fase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Três dos cinco requisitos de infraestrutura desta fase já estavam atendidos.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Cluster e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EKS com HPA por CPU e memória.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RDS PostgreSQL 16 gerenciado, sem acesso público.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Tudo provisionado por Terraform, com state em S3.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Esteira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Build, testes, SonarCloud e deploy automático no cluster.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OIDC para a AWS, com uma única role de administrador.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PENDENTE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Borda e identidade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API Gateway: a proteção era feita apenas pelo Spring Security.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aplicação emitia o próprio token, com um usuário administrador em memória.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implementação concentrou-se em autenticação, segregação de repositórios e observabilidade.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Requisitos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Os requisitos tratam de capacidade operacional e não acrescentam funcionalidades de negócio.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94560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Autenticação por CPF em função serverless, atrás de um 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98064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809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Quatro repositórios separados, cada um com CI/CD e deploy automático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67328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Infraestrutura de nuvem inteira declarada em Terraform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70832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553712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Observabilidade com plataforma de mercado, e dashboards de negócio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57216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4009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40096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Documentação arquitetural formal: RFCs, ADRs, C4, sequência e 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Foco em segurança, operação e visibilidade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Emissão de tokens na função serverless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Principal alteração na aplicação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12344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885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Lambda: valida CPF · consulta status no banco · assina JWT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 authorizer valida na borda  → 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REMOVIDO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Da aplicação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AuthController, UserDetailsConfig, RefreshTokenService e três DTOs.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JwtService perdeu a geração e ficou só com verificação e leitura de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922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MOTIVAÇÃO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922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Um único emissor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922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lugar para rotacionar a chave.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Uma semântica de claims.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ponto de auditoria.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CONSEQUÊNCIAS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Sessão de 15 minutos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8004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refresh token: o cliente se autentica novamente com o CPF quando o token expira.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sub do token é o UUID do cliente, e não o CPF.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API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Requisições sem token válido são rejeitadas antes de chegar ao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PROTEGIDO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ANY /api/**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Lambda authorizer valida a assinatura, com cache de 300 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Funcionário acessa a gestão; cliente, só as próprias OS e veículos.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SEM CPF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Rotas de terceiros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Consulta de status por ID opaco.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Aprovação externa de orçamento, chamada por sistema de terceiro com token de uso único.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Lambda authorizer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 authorizer nativo exige OIDC e JWKS.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Ele não valida HMAC, pois a assinatura simétrica não possui chave pública.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Decisão registrada no diagrama de sequência e na especificação do gateway.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Repositórios e ambientes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Quatro repositórios com pipelines próprios, integrados pelo SSM Parameter 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tech-challenge-1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oficina-api · Spring Boot · histórico das 3 fases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0551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1719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oficina-auth-lambda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1719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SAM Java 21 · duas funções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oficina-infra-k8s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1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Rede, EKS, ECR, gateway, New Relic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47175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8343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343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RDS PostgreSQL gerenciado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94760"/>
            <a:ext cx="10637215" cy="1965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23360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INTEGRAÇÃO: SSM PARAMETER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07408"/>
            <a:ext cx="100885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Cada repositório publica seus outputs sob /oficina/&lt;ambiente&gt;/ e consome os dos demais por data source, sem terraform_remote_state, de modo que nenhum precise de permissão sobre o state de outro.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develop → homologação · main → produção com aprovação · cada ambiente com VPC, cluster, banco, state e segredos próprios · uma role por repositório, com menor privilégio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Rede privada e acesso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Nós e banco migrados para subnets privadas. Opções avaliadas para a saída de internet: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US$ 0,045/h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7015" y="2148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5A6270"/>
                </a:solidFill>
                <a:latin typeface="Segoe UI"/>
              </a:rPr>
              <a:t>~US$ 33/mês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260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VPC interface endpoints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US$ 0,01/h × 4 endpoints × 2 AZs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3063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B36A0B"/>
                </a:solidFill>
                <a:latin typeface="Segoe UI"/>
              </a:rPr>
              <a:t>~US$ 58/mês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404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instance t4g.nano + EIP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0233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US$ 0,0042/h + US$ 0,005/h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1E7A5A"/>
                </a:solidFill>
                <a:latin typeface="Segoe UI"/>
              </a:rPr>
              <a:t>~US$ 7/mês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Interface endpoints são cobrados por endpoint e por zona de disponibilidade e não atendem ao endpoint público do New Relic.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Em subnet privada, os nós deixam de usar IPv4 público, cobrado desde fev/2024 (US$ 7,30/mês).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PostgreSQL 16 em RDS mantido, com alternativas avaliadas na RFC-002.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Escala melhor com Lambda, sem limite de conexões.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Exigiria desnormalizar e reescrever a camada de persistência.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Aurora Serverless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Compatível com PostgreSQL, com escala automática.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capacidade mínima custa mais que a instância utilizada.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7A5A"/>
                </a:solidFill>
                <a:latin typeface="Segoe UI"/>
              </a:rPr>
              <a:t>ESCOLHIDO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PostgreSQL 16 · 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Domínio relacional: integridade referencial em 5 tabelas e junções nas consultas de 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Schema já depende de pgcrypto e gen_random_uuid().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Ajustes no modelo:  V6 → clientes.status, consultado pela Lambda, e 2 índices   ·   V7 → data_ultima_transicao, para medir a permanência por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Observabilidade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New Relic: plano gratuito permanente, enquanto o Datadog oferece avaliação de 14 dias.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Latência das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219456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Agente Java · p95 e p99 por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CPU e memória do K8s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92608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Integração Kubernetes por DaemonSet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3931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Healthchecks e uptime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65760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Monitor sintético · 3 localizações · a cada 5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0624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7083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Falhas no processamento de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38912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Condição NRQL sobre métrica customizada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3776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1023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Logs JSON com correlação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512064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Spring Boot 3.4 em formato ECS · envio pelo agente com trace.id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Logs enviados pelo agente Java com o trace.id da transação; o Fluent Bit fica desligado para evitar linhas duplicadas.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Dashboards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Métricas customizadas emitidas pela aplicação, complementares aos dados do APM.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Volume diário de 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oficina.os.abertas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Emitida no caso de uso, representando o evento de negócio.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Tempo médio por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oficina.os.duracao_status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agregado mede a permanência no estado anterior, e o adaptador de persistência publica o evento.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Erros de integração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oficina.integracao.falhas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Segmentada por integração e motivo: e-mail e aprovação externa.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6 alertas criados por Terraform, no padrão AWS-OficinaAPI-&lt;Amb&gt;-&lt;Recurso&gt;-&lt;Sintoma&gt;-&lt;Severidade&gt;, cada um com link para o runbook correspondente.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Documentação arquitetural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3 RFCs · 14 ADRs · 3 diagramas C4 · 2 de sequência · 1 DER · 6 runbooks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ANTES DA DECISÃO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proposta, os comentários dos revisores e sua resolução.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Temas: nuvem, banco e autenticação.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DEPOIS DA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decisão, as alternativas e as consequências.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Após aceita, não é editada; mudanças geram nova ADR.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 no material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material da fase aborda ADR, DAS, HLD/LLD e C4, mas não RFC.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convenção adotada está documentada.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ADR-011, retroativa, identificou divergência entre o HPA (4 réplicas) e o node group (3 nós), corrigida nesta fase.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 que foi entregue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Autenticação por CPF fora da aplicação, com papéis de cliente e funcionário.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Gateway na borda, rede privada e dois ambientes segregados.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Métricas de negócio.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Logs estruturados correlacionados aos traces.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Alertas associados a runbooks.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Qualidade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144 casos de teste na aplicação e 44 na Lambda, com limite mínimo de cobertura.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Contrato OpenAPI verificado, tflint e checkov na infraestrutura.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Débitos técnicos registrados em docs/tech-challenge-3/debitos-tecnicos.md.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Fluxo principal em homologação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54203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Merge de um PR na develop: a esteira começa a rodar.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0723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Funcionário autentica por CPF e abre uma ordem de serviço.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753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60273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autentica por CPF e recebe o JWT.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056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133088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consulta as próprias ordens com o token.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66344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Esteira: testes, imagem no ECR e deploy automático no 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9379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Carga com k6: dashboard de negócio e HPA criando réplicas.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9671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2414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Busca pela ordem criada: log estruturado e trace distribuído.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Obrigado.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github.com/Guilherme-Fumagali/tech-challenge-1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github.com/Guilherme-Fumagali/oficina-auth-lambda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github.com/Guilherme-Fumagali/oficina-infra-k8s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Danilo Canato — RM 372411 · Guilherme Fumagali Marques — RM 372421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