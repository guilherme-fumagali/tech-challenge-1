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Spring Boot 3.4 em formato ECS · envio pelo agente com trace.id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Logs enviados pelo agente Java com o trace.id da transação; o Fluent Bit fica desligado para evitar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15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expôs divergência entre HPA e node group e previu o risco da métrica de memória; o teste de carga confirmou o risco e a ADR-015 registrou a correção.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que foi entregue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por CPF fora da aplicação, com papéis de cliente e funcionário.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Gateway na borda, rede privada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Qualidade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147 casos de teste na aplicação e 44 na Lambda, com limite mínimo de cobertura.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Contrato OpenAPI verificado, tflint e checkov na infraestrutura.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Ambiente validado de ponta a ponta: provisionamento, carga e destruição.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Débitos técnicos registrados em docs/tech-challenge-3/debitos-tecnicos.md.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Fluxo principal em homologação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54203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de um PR na develop: a esteira começa a rodar.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0723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Funcionário autentica por CPF e abre uma ordem de serviço.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75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60273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autentica por CPF e recebe o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05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33088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consulta as próprias ordens com o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Esteira: testes, imagem no ECR e deploy automático no 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9379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k6: dashboard de negócio e HPA criando réplicas.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2414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pela ordem criada: log estruturado e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Obrigado.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github.com/Guilherme-Fumagali/tech-challenge-1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github.com/Guilherme-Fumagali/oficina-auth-lambda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github.com/Guilherme-Fumagali/oficina-infra-k8s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Danilo Canato — RM 372411 · Guilherme Fumagali Marques — RM 372421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